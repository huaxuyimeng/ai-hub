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2026-09-02 · 今日头条已收录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94360" y="20116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新闻每日推送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94360" y="292608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5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90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77240" y="35844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条新闻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23360" y="292608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5">
                <a:alpha val="7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3090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06240" y="35844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类信源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52360" y="2926080"/>
            <a:ext cx="3108960" cy="109728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5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35240" y="309067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降级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635240" y="35844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暂不可用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6428232"/>
            <a:ext cx="1218895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AIHub · 每日 AI 新闻精选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360152" y="6519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2026-09-02</a:t>
            </a:r>
            <a:endParaRPr lang="en-US" sz="1100" dirty="0"/>
          </a:p>
        </p:txBody>
      </p:sp>
      <p:sp>
        <p:nvSpPr>
          <p:cNvPr id="19" name="AILabel"/>
          <p:cNvSpPr txBox="1"/>
          <p:nvPr/>
        </p:nvSpPr>
        <p:spPr>
          <a:xfrm>
            <a:off x="9612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本期概览与置信度评级方法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文案生成失败，展示原文摘要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988552" y="374904"/>
            <a:ext cx="2743200" cy="402336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8988552" y="37490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类信源 · 10 条精选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TL;DR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6629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总结暂不可用，请查看原始新闻列表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320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662940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降级版基于抓取原文生成，覆盖率受限于采集质量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596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置信度分布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2916936"/>
            <a:ext cx="0" cy="256032"/>
          </a:xfrm>
          <a:prstGeom prst="roundRect">
            <a:avLst>
              <a:gd name="adj" fmla="val Infinity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16936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227832"/>
            <a:ext cx="585216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27832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级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12280" y="322783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3538728"/>
            <a:ext cx="0" cy="256032"/>
          </a:xfrm>
          <a:prstGeom prst="roundRect">
            <a:avLst>
              <a:gd name="adj" fmla="val Infinity"/>
            </a:avLst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38728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849624"/>
            <a:ext cx="0" cy="256032"/>
          </a:xfrm>
          <a:prstGeom prst="roundRect">
            <a:avLst>
              <a:gd name="adj" fmla="val Infinity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849624"/>
            <a:ext cx="438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71232" y="120700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评级方法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71232" y="152704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571232" y="1527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36992" y="1527048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极高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36992" y="170992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≥3 独立信源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71232" y="20574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571232" y="2057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36992" y="2057400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36992" y="224028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独立信源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71232" y="258775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7571232" y="2587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36992" y="2587752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中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936992" y="277063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单一信源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571232" y="311810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7571232" y="3118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36992" y="3118104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存疑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36992" y="330098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矛盾或单源多转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71232" y="3877056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信源家族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571232" y="4197096"/>
            <a:ext cx="4160520" cy="420624"/>
          </a:xfrm>
          <a:prstGeom prst="roundRect">
            <a:avLst>
              <a:gd name="adj" fmla="val 21739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7708392" y="4233672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08392" y="442569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多源聚合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71232" y="4672584"/>
            <a:ext cx="4160520" cy="420624"/>
          </a:xfrm>
          <a:prstGeom prst="roundRect">
            <a:avLst>
              <a:gd name="adj" fmla="val 21739"/>
            </a:avLst>
          </a:prstGeom>
          <a:solidFill>
            <a:srgbClr val="06B6D4"/>
          </a:solidFill>
          <a:ln/>
        </p:spPr>
      </p:sp>
      <p:sp>
        <p:nvSpPr>
          <p:cNvPr id="43" name="Text 41"/>
          <p:cNvSpPr/>
          <p:nvPr/>
        </p:nvSpPr>
        <p:spPr>
          <a:xfrm>
            <a:off x="7708392" y="4709160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视频源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08392" y="4901184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站 UP 主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1232" y="5148072"/>
            <a:ext cx="4160520" cy="420624"/>
          </a:xfrm>
          <a:prstGeom prst="roundRect">
            <a:avLst>
              <a:gd name="adj" fmla="val 21739"/>
            </a:avLst>
          </a:pr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7708392" y="5184648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官方源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708392" y="537667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官方一手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71232" y="5623560"/>
            <a:ext cx="4160520" cy="420624"/>
          </a:xfrm>
          <a:prstGeom prst="roundRect">
            <a:avLst>
              <a:gd name="adj" fmla="val 21739"/>
            </a:avLst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7708392" y="56601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08392" y="5852160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360152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743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智能编程相关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78638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0759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 AI 内存需求推高非 AI 基础设施价格，OVHcl…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1709928"/>
            <a:ext cx="1472184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709928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0" y="150876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360152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31802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017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方向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智能编程相关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415016" y="374904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10415016" y="374904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条内容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" y="1252728"/>
            <a:ext cx="43574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 AI 内存需求推高非 AI 基础…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06122" y="1252728"/>
            <a:ext cx="682563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点击查看原文&gt;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60152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方向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智能编程相关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5545836" cy="5129784"/>
          </a:xfrm>
          <a:prstGeom prst="roundRect">
            <a:avLst>
              <a:gd name="adj" fmla="val 213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5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271016"/>
            <a:ext cx="1088136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271016"/>
            <a:ext cx="1088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IDE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1618488"/>
            <a:ext cx="53263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如何让数据库更容易暴露 Bug？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09397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0939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0939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独立信源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423160"/>
            <a:ext cx="532638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点击查看原文&gt;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5916" y="1161288"/>
            <a:ext cx="5545836" cy="5129784"/>
          </a:xfrm>
          <a:prstGeom prst="roundRect">
            <a:avLst>
              <a:gd name="adj" fmla="val 213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5">
                <a:alpha val="7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95644" y="1271016"/>
            <a:ext cx="1472184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6295644" y="1271016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95644" y="1618488"/>
            <a:ext cx="53263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 AI 内存需求推高非 AI 基础设施价格，OVH…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95644" y="209397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295644" y="20939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5996" y="20939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独立信源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95644" y="2423160"/>
            <a:ext cx="532638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点击查看原文&gt;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360152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 方向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智能编程相关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5545836" cy="5129784"/>
          </a:xfrm>
          <a:prstGeom prst="roundRect">
            <a:avLst>
              <a:gd name="adj" fmla="val 213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5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71016"/>
            <a:ext cx="53263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Claude最强Fable 5.1发布！8项屠榜，最高…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746504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7465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7465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独立信源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075688"/>
            <a:ext cx="5326380" cy="3758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无论你此前让Claude处理什么任务，Fable 5.1都能做更多，并且把最难的部分完成得更出色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5916" y="1161288"/>
            <a:ext cx="5545836" cy="5129784"/>
          </a:xfrm>
          <a:prstGeom prst="roundRect">
            <a:avLst>
              <a:gd name="adj" fmla="val 2139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95644" y="1271016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6295644" y="1271016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95644" y="1618488"/>
            <a:ext cx="53263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2026年的一切，都只是Robocity的序幕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95644" y="209397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295644" y="209397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25996" y="209397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独立信源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95644" y="2423160"/>
            <a:ext cx="5326380" cy="3410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特斯拉推出Robovan，推动短途无人物流发展，中国成为产业落地新高地，构建机器人时代新生态。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9068" y="1234440"/>
            <a:ext cx="5399532" cy="179542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0360152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743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具身智能方向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868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Embodied AI 相关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1274552" cy="786384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0759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2026年的一切，都只是Robocity的序幕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1709928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709928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503920" y="150876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1508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057400"/>
            <a:ext cx="11274552" cy="7863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13055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1488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香港首个真实开放场景服务机器人落地兰桂坊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60120" y="2532888"/>
            <a:ext cx="1344168" cy="27432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2532888"/>
            <a:ext cx="1344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503920" y="2331720"/>
            <a:ext cx="457200" cy="27432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360152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31802" cy="68580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017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具身智能方向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Embodied AI 相关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415016" y="374904"/>
            <a:ext cx="1316736" cy="402336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415016" y="374904"/>
            <a:ext cx="13167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条内容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7160" y="1252728"/>
            <a:ext cx="435748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2026年的一切，都只是Robocit…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06122" y="1252728"/>
            <a:ext cx="682563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点击查看原文&gt;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360152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站视频作者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两位 AI 早报口播作者 · 信源透明说明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52728"/>
            <a:ext cx="11000232" cy="2560320"/>
          </a:xfrm>
          <a:prstGeom prst="roundRect">
            <a:avLst>
              <a:gd name="adj" fmla="val 4286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5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3560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35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453896"/>
            <a:ext cx="9994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橘鸦Juya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728216"/>
            <a:ext cx="9994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⚠️ 数据暂不可用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75688"/>
            <a:ext cx="1072591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降级版未取到 B 站数据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447288"/>
            <a:ext cx="10725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查看主页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360152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交叉验证汇总 · 置信度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每条均标注独立信源数、一手链接与置信度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61288"/>
            <a:ext cx="4572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6128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#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1161288"/>
            <a:ext cx="347472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1612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1161288"/>
            <a:ext cx="146304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16128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1161288"/>
            <a:ext cx="12801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16128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信源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132320" y="1161288"/>
            <a:ext cx="10972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11612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0" y="1161288"/>
            <a:ext cx="64008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16128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置信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545336"/>
            <a:ext cx="4572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545336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1545336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154533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Claude越狱后，Anthropic停掉训练、150…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1545336"/>
            <a:ext cx="1463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52160" y="1545336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5453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1545336"/>
            <a:ext cx="1097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78040" y="1545336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229600" y="1545336"/>
            <a:ext cx="6400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1545336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1929384"/>
            <a:ext cx="45720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1929384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1929384"/>
            <a:ext cx="347472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0120" y="192938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如何让数据库更容易暴露 Bug？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389120" y="1929384"/>
            <a:ext cx="146304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19293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IDE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0" y="1929384"/>
            <a:ext cx="128016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19293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32320" y="1929384"/>
            <a:ext cx="109728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8040" y="1929384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29600" y="1929384"/>
            <a:ext cx="64008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75320" y="1929384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2313432"/>
            <a:ext cx="4572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31343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14400" y="2313432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" y="231343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 AI 内存需求推高非 AI 基础设施价格，OVH…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89120" y="2313432"/>
            <a:ext cx="1463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23134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Coding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852160" y="2313432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23134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32320" y="2313432"/>
            <a:ext cx="1097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178040" y="23134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0" y="2313432"/>
            <a:ext cx="6400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5320" y="2313432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" y="2697480"/>
            <a:ext cx="45720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2697480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14400" y="2697480"/>
            <a:ext cx="347472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0120" y="269748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Claude最强Fable 5.1发布！8项屠榜，最高…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389120" y="2697480"/>
            <a:ext cx="146304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3484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852160" y="2697480"/>
            <a:ext cx="128016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97880" y="2697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132320" y="2697480"/>
            <a:ext cx="109728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040" y="26974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229600" y="2697480"/>
            <a:ext cx="640080" cy="384048"/>
          </a:xfrm>
          <a:prstGeom prst="rect">
            <a:avLst/>
          </a:prstGeom>
          <a:solidFill>
            <a:srgbClr val="EEF2F7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75320" y="2697480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" y="3081528"/>
            <a:ext cx="4572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02920" y="3081528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14400" y="3081528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60120" y="308152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2026年的一切，都只是Robocity的序幕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389120" y="3081528"/>
            <a:ext cx="146304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34840" y="30815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852160" y="3081528"/>
            <a:ext cx="128016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97880" y="30815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132320" y="3081528"/>
            <a:ext cx="10972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78040" y="3081528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229600" y="3081528"/>
            <a:ext cx="64008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75320" y="3081528"/>
            <a:ext cx="548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57200" y="3557016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降级版，仅展示原始摘要共 10 条。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0360152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三条趋势判断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未来一年主线 · AI Coding × 具身智能 × 治理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52728"/>
            <a:ext cx="3636264" cy="5038344"/>
          </a:xfrm>
          <a:prstGeom prst="roundRect">
            <a:avLst>
              <a:gd name="adj" fmla="val 3018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5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89888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94360" y="2350008"/>
            <a:ext cx="3361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数据暂不可用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807208"/>
            <a:ext cx="3361944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总结功能暂不可用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76344" y="1252728"/>
            <a:ext cx="3636264" cy="5038344"/>
          </a:xfrm>
          <a:prstGeom prst="roundRect">
            <a:avLst>
              <a:gd name="adj" fmla="val 3018"/>
            </a:avLst>
          </a:prstGeom>
          <a:solidFill>
            <a:srgbClr val="ECFE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5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13504" y="1389888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413504" y="2350008"/>
            <a:ext cx="3361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数据暂不可用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13504" y="2807208"/>
            <a:ext cx="3361944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总结功能暂不可用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5488" y="1252728"/>
            <a:ext cx="3636264" cy="5038344"/>
          </a:xfrm>
          <a:prstGeom prst="roundRect">
            <a:avLst>
              <a:gd name="adj" fmla="val 3018"/>
            </a:avLst>
          </a:prstGeom>
          <a:solidFill>
            <a:srgbClr val="FFFBEB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15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32648" y="1389888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232648" y="2350008"/>
            <a:ext cx="336194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数据暂不可用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32648" y="2807208"/>
            <a:ext cx="3361944" cy="3209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总结功能暂不可用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日报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360152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7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信源清单与说明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58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全部新闻均来自以下相互独立的信息源家族，关键结论附一手官方链接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52728"/>
            <a:ext cx="55001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聚合信源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45336"/>
            <a:ext cx="50429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聚合源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31636" y="1252728"/>
            <a:ext cx="55001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视频作者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31636" y="1545336"/>
            <a:ext cx="50429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橘鸦Juya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55001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第三方交叉源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31636" y="2670048"/>
            <a:ext cx="55001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一手官方链接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生成时间 2026-09-02 · AIHub 自动化推送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360152" y="65471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日报 2026-09-02</dc:title>
  <dc:subject>PptxGenJS Presentation</dc:subject>
  <dc:creator>AIHub</dc:creator>
  <cp:lastModifiedBy>AIHub</cp:lastModifiedBy>
  <cp:revision>1</cp:revision>
  <dcterms:created xsi:type="dcterms:W3CDTF">2026-09-02T10:34:50Z</dcterms:created>
  <dcterms:modified xsi:type="dcterms:W3CDTF">2026-09-02T10:34:50Z</dcterms:modified>
</cp:coreProperties>
</file>